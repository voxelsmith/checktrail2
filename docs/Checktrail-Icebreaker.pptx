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2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3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_n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5_two_ga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6_anon_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7_mirror_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8_so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9_w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0_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