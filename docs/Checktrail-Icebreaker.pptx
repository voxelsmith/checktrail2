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embeddedFontLst>
    <p:embeddedFont>
      <p:font typeface="Syne" panose="00000000000000000000" pitchFamily="34" charset="0"/>
      <p:regular r:id="rIdFont1"/>
      <p:bold r:id="rIdFont2"/>
    </p:embeddedFont>
    <p:embeddedFont>
      <p:font typeface="DM Sans" panose="00000000000000000000" pitchFamily="34" charset="0"/>
      <p:regular r:id="rIdFont3"/>
      <p:bold r:id="rId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11567160" y="12801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60000">
            <a:off x="11686032" y="2880360"/>
            <a:ext cx="310896" cy="310896"/>
          </a:xfrm>
          <a:prstGeom prst="rect">
            <a:avLst/>
          </a:prstGeom>
          <a:solidFill>
            <a:srgbClr val="2F4F9B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503152" y="6217920"/>
            <a:ext cx="329184" cy="329184"/>
          </a:xfrm>
          <a:prstGeom prst="rect">
            <a:avLst/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91440" y="6291072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480000">
            <a:off x="91440" y="164592"/>
            <a:ext cx="219456" cy="658368"/>
          </a:xfrm>
          <a:prstGeom prst="rect">
            <a:avLst/>
          </a:prstGeom>
          <a:solidFill>
            <a:srgbClr val="B83A3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1240000">
            <a:off x="73152" y="310896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47472"/>
            <a:ext cx="10927080" cy="598932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0352"/>
            <a:ext cx="10241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PARTY GAMES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49808"/>
            <a:ext cx="10241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pc="-70">
                <a:solidFill>
                  <a:srgbClr val="1C1B19"/>
                </a:solidFill>
                <a:latin typeface="Syne"/>
                <a:ea typeface="Syne"/>
                <a:cs typeface="Syne"/>
              </a:rPr>
              <a:t>Get Under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pc="-70">
                <a:solidFill>
                  <a:srgbClr val="1C1B19"/>
                </a:solidFill>
                <a:latin typeface="Syne"/>
                <a:ea typeface="Syne"/>
                <a:cs typeface="Syne"/>
              </a:rPr>
              <a:t>My Skin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10241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Party games that unfreeze a room.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42032"/>
            <a:ext cx="9601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Hosts choose the game first, then create a room. Friends who get your invite link join that room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71800"/>
            <a:ext cx="10378440" cy="22225"/>
          </a:xfrm>
          <a:prstGeom prst="rect">
            <a:avLst/>
          </a:prstGeom>
          <a:solidFill>
            <a:srgbClr val="2A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81528"/>
            <a:ext cx="992124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6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GAME MODE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 spc="-30">
                <a:solidFill>
                  <a:srgbClr val="1C1B19"/>
                </a:solidFill>
                <a:latin typeface="Syne"/>
                <a:ea typeface="Syne"/>
                <a:cs typeface="Syne"/>
              </a:rPr>
              <a:t>Icebreaker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Secret questions, spinning wheel, rapid-fire finale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91672" y="3227832"/>
            <a:ext cx="146304" cy="146304"/>
          </a:xfrm>
          <a:prstGeom prst="rect">
            <a:avLst/>
          </a:prstGeom>
          <a:solidFill>
            <a:srgbClr val="B83A3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096512"/>
            <a:ext cx="10378440" cy="22225"/>
          </a:xfrm>
          <a:prstGeom prst="rect">
            <a:avLst/>
          </a:prstGeom>
          <a:solidFill>
            <a:srgbClr val="2A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992124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6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GAME MODE 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 spc="-30">
                <a:solidFill>
                  <a:srgbClr val="1C1B19"/>
                </a:solidFill>
                <a:latin typeface="Syne"/>
                <a:ea typeface="Syne"/>
                <a:cs typeface="Syne"/>
              </a:rPr>
              <a:t>Mirror Vote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Dirty or Philosophical decks — anonymous “most likely” votes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91672" y="4352544"/>
            <a:ext cx="146304" cy="146304"/>
          </a:xfrm>
          <a:prstGeom prst="rect">
            <a:avLst/>
          </a:prstGeom>
          <a:solidFill>
            <a:srgbClr val="2F4F9B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221224"/>
            <a:ext cx="10378440" cy="22225"/>
          </a:xfrm>
          <a:prstGeom prst="rect">
            <a:avLst/>
          </a:prstGeom>
          <a:solidFill>
            <a:srgbClr val="2A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30952"/>
            <a:ext cx="992124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6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GAME MODE 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 spc="-30">
                <a:solidFill>
                  <a:srgbClr val="1C1B19"/>
                </a:solidFill>
                <a:latin typeface="Syne"/>
                <a:ea typeface="Syne"/>
                <a:cs typeface="Syne"/>
              </a:rPr>
              <a:t>Feud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Classic or Funny survey decks — match the room’s majority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91672" y="5477256"/>
            <a:ext cx="146304" cy="146304"/>
          </a:xfrm>
          <a:prstGeom prst="rect">
            <a:avLst/>
          </a:prstGeom>
          <a:solidFill>
            <a:srgbClr val="4A7A45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Get Under My Skin  ·  Checktrail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11567160" y="12801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60000">
            <a:off x="11686032" y="2880360"/>
            <a:ext cx="310896" cy="310896"/>
          </a:xfrm>
          <a:prstGeom prst="rect">
            <a:avLst/>
          </a:prstGeom>
          <a:solidFill>
            <a:srgbClr val="2F4F9B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503152" y="6217920"/>
            <a:ext cx="329184" cy="329184"/>
          </a:xfrm>
          <a:prstGeom prst="rect">
            <a:avLst/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91440" y="6291072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THE AWKWARD 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pc="-40">
                <a:solidFill>
                  <a:srgbClr val="1C1B19"/>
                </a:solidFill>
                <a:latin typeface="Syne"/>
                <a:ea typeface="Syne"/>
                <a:cs typeface="Syne"/>
              </a:rPr>
              <a:t>Icebreakers usually freeze people.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11155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A circle of strangers. A host with a script. Names, jobs, “fun facts.” Everyone waits for it to be over.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3566160" cy="429768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Too much spotlight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Being asked to introduce yourself is a performance. Shy people go quiet. Loud people fill the air.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21608" y="2075688"/>
            <a:ext cx="146304" cy="146304"/>
          </a:xfrm>
          <a:prstGeom prst="rect">
            <a:avLst/>
          </a:prstGeom>
          <a:solidFill>
            <a:srgbClr val="B83A3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74519"/>
            <a:ext cx="3566160" cy="429768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Too much honesty, too soon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People protect themselves. They give safe answers. The room learns nothing real.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6367" y="2075688"/>
            <a:ext cx="146304" cy="146304"/>
          </a:xfrm>
          <a:prstGeom prst="rect">
            <a:avLst/>
          </a:prstGeom>
          <a:solidFill>
            <a:srgbClr val="2F4F9B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874519"/>
            <a:ext cx="3566160" cy="429768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No shared dare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Without a game, there is no reason to ask the interesting question — or to answer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11128" y="2075688"/>
            <a:ext cx="146304" cy="146304"/>
          </a:xfrm>
          <a:prstGeom prst="rect">
            <a:avLst/>
          </a:prstGeom>
          <a:solidFill>
            <a:srgbClr val="4A7A45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Get Under My Skin  ·  Checktrail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11567160" y="12801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60000">
            <a:off x="11686032" y="2880360"/>
            <a:ext cx="310896" cy="310896"/>
          </a:xfrm>
          <a:prstGeom prst="rect">
            <a:avLst/>
          </a:prstGeom>
          <a:solidFill>
            <a:srgbClr val="2F4F9B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503152" y="6217920"/>
            <a:ext cx="329184" cy="329184"/>
          </a:xfrm>
          <a:prstGeom prst="rect">
            <a:avLst/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91440" y="6291072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pc="-40">
                <a:solidFill>
                  <a:srgbClr val="1C1B19"/>
                </a:solidFill>
                <a:latin typeface="Syne"/>
                <a:ea typeface="Syne"/>
                <a:cs typeface="Syne"/>
              </a:rPr>
              <a:t>Phones in, host out of the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11155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Get Under My Skin turns a pile of phones into a party. The host picks a mode, creates a room, and sends a link. From then on the rules — not the host — decide who speaks.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3566160" cy="416052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Low friction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No accounts. A name, a room, a link. People are playing in under a minute.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21608" y="2167128"/>
            <a:ext cx="146304" cy="146304"/>
          </a:xfrm>
          <a:prstGeom prst="rect">
            <a:avLst/>
          </a:prstGeom>
          <a:solidFill>
            <a:srgbClr val="2A7D7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965960"/>
            <a:ext cx="3566160" cy="416052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Shared dare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A wheel, a vote, a feud board. Structure that makes asking and answering feel like a game, not an interview.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6367" y="2167128"/>
            <a:ext cx="146304" cy="146304"/>
          </a:xfrm>
          <a:prstGeom prst="rect">
            <a:avLst/>
          </a:prstGeom>
          <a:solidFill>
            <a:srgbClr val="B83A3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965960"/>
            <a:ext cx="3566160" cy="416052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Safety first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Questions and votes can stay anonymous until the room is ready. Honesty without a name on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11128" y="2167128"/>
            <a:ext cx="146304" cy="146304"/>
          </a:xfrm>
          <a:prstGeom prst="rect">
            <a:avLst/>
          </a:prstGeom>
          <a:solidFill>
            <a:srgbClr val="2F4F9B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Get Under My Skin  ·  Checktrail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11567160" y="12801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60000">
            <a:off x="11686032" y="2880360"/>
            <a:ext cx="310896" cy="310896"/>
          </a:xfrm>
          <a:prstGeom prst="rect">
            <a:avLst/>
          </a:prstGeom>
          <a:solidFill>
            <a:srgbClr val="2F4F9B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503152" y="6217920"/>
            <a:ext cx="329184" cy="329184"/>
          </a:xfrm>
          <a:prstGeom prst="rect">
            <a:avLst/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91440" y="6291072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HOW A NIGHT STARTS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pc="-40">
                <a:solidFill>
                  <a:srgbClr val="1C1B19"/>
                </a:solidFill>
                <a:latin typeface="Syne"/>
                <a:ea typeface="Syne"/>
                <a:cs typeface="Syne"/>
              </a:rPr>
              <a:t>Pick a mode. Make a room. Let the game talk.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987552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01    Pick a game mode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Icebreaker, Mirror Vote, or Feud. That choice sets the mood: loud and messy, quiet and revealing, or competitive and shared.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80360"/>
            <a:ext cx="11155680" cy="987552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02    Make a room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One person creates. Everyone else taps the invite. Names appear in the lobby. The room is already a group.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977639"/>
            <a:ext cx="11155680" cy="987552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03    Play on every phone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Same live room. Same round. No passing one device around the table. Nobody is left watching.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074920"/>
            <a:ext cx="11155680" cy="987552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04    Let the game talk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The host is not the icebreaker. The questions, the wheel, the votes, and the board 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Get Under My Skin  ·  Checktrail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11567160" y="12801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60000">
            <a:off x="11686032" y="2880360"/>
            <a:ext cx="310896" cy="310896"/>
          </a:xfrm>
          <a:prstGeom prst="rect">
            <a:avLst/>
          </a:prstGeom>
          <a:solidFill>
            <a:srgbClr val="2F4F9B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503152" y="6217920"/>
            <a:ext cx="329184" cy="329184"/>
          </a:xfrm>
          <a:prstGeom prst="rect">
            <a:avLst/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91440" y="6291072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THREE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pc="-40">
                <a:solidFill>
                  <a:srgbClr val="1C1B19"/>
                </a:solidFill>
                <a:latin typeface="Syne"/>
                <a:ea typeface="Syne"/>
                <a:cs typeface="Syne"/>
              </a:rPr>
              <a:t>Two kinds of courage — plus a room that argues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3566160" cy="429768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Icebreaker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The room writes questions in secret. A wheel picks who must answer. Skip too many times and you’re out. The last two smash a giant buzzer in rapid fire. At the end, you find out who asked what.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1608" y="2075688"/>
            <a:ext cx="146304" cy="146304"/>
          </a:xfrm>
          <a:prstGeom prst="rect">
            <a:avLst/>
          </a:prstGeom>
          <a:solidFill>
            <a:srgbClr val="B83A3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74519"/>
            <a:ext cx="3566160" cy="429768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Mirror Vote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Everyone gets the same “most likely” questions — Dirty or Philosophical decks, shuffled. Votes stay anonymous. Then the room sees how people built you.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7" y="2075688"/>
            <a:ext cx="146304" cy="146304"/>
          </a:xfrm>
          <a:prstGeom prst="rect">
            <a:avLst/>
          </a:prstGeom>
          <a:solidFill>
            <a:srgbClr val="2F4F9B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874519"/>
            <a:ext cx="3566160" cy="429768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Feud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Classic or Funny survey decks. Match the room’s majority. You learn the group’s taste the way a family feud board does — out loud, together, with a score.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11128" y="2075688"/>
            <a:ext cx="146304" cy="146304"/>
          </a:xfrm>
          <a:prstGeom prst="rect">
            <a:avLst/>
          </a:prstGeom>
          <a:solidFill>
            <a:srgbClr val="4A7A45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Get Under My Skin  ·  Checktrail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11567160" y="12801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60000">
            <a:off x="11686032" y="2880360"/>
            <a:ext cx="310896" cy="310896"/>
          </a:xfrm>
          <a:prstGeom prst="rect">
            <a:avLst/>
          </a:prstGeom>
          <a:solidFill>
            <a:srgbClr val="2F4F9B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503152" y="6217920"/>
            <a:ext cx="329184" cy="329184"/>
          </a:xfrm>
          <a:prstGeom prst="rect">
            <a:avLst/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91440" y="6291072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GAME MODE 1  ·  ICEBREAKER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pc="-40">
                <a:solidFill>
                  <a:srgbClr val="1C1B19"/>
                </a:solidFill>
                <a:latin typeface="Syne"/>
                <a:ea typeface="Syne"/>
                <a:cs typeface="Syne"/>
              </a:rPr>
              <a:t>It breaks the ice by hiding the asker.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Secret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People ask what they actually want to know — crush stuff, weird habits, the story behind the quiet person — because their name is not on the card yet.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41848" y="2075688"/>
            <a:ext cx="146304" cy="146304"/>
          </a:xfrm>
          <a:prstGeom prst="rect">
            <a:avLst/>
          </a:prstGeom>
          <a:solidFill>
            <a:srgbClr val="B83A3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74519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The wheel is the host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Nobody has to pick on a friend. Chance does it. That keeps the dare fair, and it keeps shy players from being hunted.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11128" y="2075688"/>
            <a:ext cx="146304" cy="146304"/>
          </a:xfrm>
          <a:prstGeom prst="rect">
            <a:avLst/>
          </a:prstGeom>
          <a:solidFill>
            <a:srgbClr val="2A7D7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14800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Skips have a cost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Three skips and you’re out. You can dodge once. You cannot hide all night. The game gently forces people into the circle.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1848" y="4315968"/>
            <a:ext cx="146304" cy="146304"/>
          </a:xfrm>
          <a:prstGeom prst="rect">
            <a:avLst/>
          </a:prstGeom>
          <a:solidFill>
            <a:srgbClr val="2F4F9B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114800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Rapid fire, then reveal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The finale is loud and competitive. The author reveal comes last — after the room has already laughed. Identity is a punchline, not a threat.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11128" y="4315968"/>
            <a:ext cx="146304" cy="146304"/>
          </a:xfrm>
          <a:prstGeom prst="rect">
            <a:avLst/>
          </a:prstGeom>
          <a:solidFill>
            <a:srgbClr val="4A7A45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Get Under My Skin  ·  Checktrail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11567160" y="12801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60000">
            <a:off x="11686032" y="2880360"/>
            <a:ext cx="310896" cy="310896"/>
          </a:xfrm>
          <a:prstGeom prst="rect">
            <a:avLst/>
          </a:prstGeom>
          <a:solidFill>
            <a:srgbClr val="2F4F9B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503152" y="6217920"/>
            <a:ext cx="329184" cy="329184"/>
          </a:xfrm>
          <a:prstGeom prst="rect">
            <a:avLst/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91440" y="6291072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GAME MODE 2  ·  MIRROR VOTE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pc="-40">
                <a:solidFill>
                  <a:srgbClr val="1C1B19"/>
                </a:solidFill>
                <a:latin typeface="Syne"/>
                <a:ea typeface="Syne"/>
                <a:cs typeface="Syne"/>
              </a:rPr>
              <a:t>It breaks the ice by showing you to yourself.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Anonymous “most likely”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Classic party questions, without the raised hands. You can name someone without owning the vote in front of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41848" y="2075688"/>
            <a:ext cx="146304" cy="146304"/>
          </a:xfrm>
          <a:prstGeom prst="rect">
            <a:avLst/>
          </a:prstGeom>
          <a:solidFill>
            <a:srgbClr val="2F4F9B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74519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Dirty or Philosophical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Pick the temperature of the room. The same mechanic, two decks — so a dinner party and a game-jam table can both play.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11128" y="2075688"/>
            <a:ext cx="146304" cy="146304"/>
          </a:xfrm>
          <a:prstGeom prst="rect">
            <a:avLst/>
          </a:prstGeom>
          <a:solidFill>
            <a:srgbClr val="B83A3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14800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Shuffled decks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Everyone answers the same prompts in a different order. You cannot copy the person next to you. The portrait is yours.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1848" y="4315968"/>
            <a:ext cx="146304" cy="146304"/>
          </a:xfrm>
          <a:prstGeom prst="rect">
            <a:avLst/>
          </a:prstGeom>
          <a:solidFill>
            <a:srgbClr val="2A7D7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114800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A trait portrait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You leave with a sketch of how the group built you. That is a conversation that continues after the phones go down.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11128" y="4315968"/>
            <a:ext cx="146304" cy="146304"/>
          </a:xfrm>
          <a:prstGeom prst="rect">
            <a:avLst/>
          </a:prstGeom>
          <a:solidFill>
            <a:srgbClr val="4A7A45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Get Under My Skin  ·  Checktrail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11567160" y="12801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60000">
            <a:off x="11686032" y="2880360"/>
            <a:ext cx="310896" cy="310896"/>
          </a:xfrm>
          <a:prstGeom prst="rect">
            <a:avLst/>
          </a:prstGeom>
          <a:solidFill>
            <a:srgbClr val="2F4F9B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503152" y="6217920"/>
            <a:ext cx="329184" cy="329184"/>
          </a:xfrm>
          <a:prstGeom prst="rect">
            <a:avLst/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91440" y="6291072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GAME MODE 3  ·  FEUD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pc="-40">
                <a:solidFill>
                  <a:srgbClr val="1C1B19"/>
                </a:solidFill>
                <a:latin typeface="Syne"/>
                <a:ea typeface="Syne"/>
                <a:cs typeface="Syne"/>
              </a:rPr>
              <a:t>It breaks the ice by making the room one 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Match the majority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You are not performing a fun fact. You are guessing what this specific table believes. That is a reason to look at each other.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41848" y="2075688"/>
            <a:ext cx="146304" cy="146304"/>
          </a:xfrm>
          <a:prstGeom prst="rect">
            <a:avLst/>
          </a:prstGeom>
          <a:solidFill>
            <a:srgbClr val="4A7A45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74519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Classic or Funny decks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Safe survey energy or chaotic punchlines. The host sets how sharp the night is without writing a script.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11128" y="2075688"/>
            <a:ext cx="146304" cy="146304"/>
          </a:xfrm>
          <a:prstGeom prst="rect">
            <a:avLst/>
          </a:prstGeom>
          <a:solidFill>
            <a:srgbClr val="2A7D7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14800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A shared scoreboard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Attention goes to the board, not to “please like me.” Mixed groups (new + old friends) stay in one conversation.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1848" y="4315968"/>
            <a:ext cx="146304" cy="146304"/>
          </a:xfrm>
          <a:prstGeom prst="rect">
            <a:avLst/>
          </a:prstGeom>
          <a:solidFill>
            <a:srgbClr val="B83A3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114800"/>
            <a:ext cx="5486400" cy="205740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The room’s taste, out loud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You learn the majority the way you learn a family’s inside jokes — by missing, then hitting, then arguing about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11128" y="4315968"/>
            <a:ext cx="146304" cy="146304"/>
          </a:xfrm>
          <a:prstGeom prst="rect">
            <a:avLst/>
          </a:prstGeom>
          <a:solidFill>
            <a:srgbClr val="2F4F9B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Get Under My Skin  ·  Checktrail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11567160" y="12801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60000">
            <a:off x="11686032" y="2880360"/>
            <a:ext cx="310896" cy="310896"/>
          </a:xfrm>
          <a:prstGeom prst="rect">
            <a:avLst/>
          </a:prstGeom>
          <a:solidFill>
            <a:srgbClr val="2F4F9B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503152" y="6217920"/>
            <a:ext cx="329184" cy="329184"/>
          </a:xfrm>
          <a:prstGeom prst="rect">
            <a:avLst/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91440" y="6291072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WHY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pc="-40">
                <a:solidFill>
                  <a:srgbClr val="1C1B19"/>
                </a:solidFill>
                <a:latin typeface="Syne"/>
                <a:ea typeface="Syne"/>
                <a:cs typeface="Syne"/>
              </a:rPr>
              <a:t>What actually makes strangers talk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987552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Anonymity with a timer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Honesty first. Names later. People risk a real question because the social cost is delayed.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80360"/>
            <a:ext cx="11155680" cy="987552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A shared object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A wheel, a vote, a feud board. Attention goes to the game, not to “please like me.”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977639"/>
            <a:ext cx="11155680" cy="987552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Equal phones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Every player has the same controls. No one is stuck as the audience. Shy and loud stay in one conversation.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074920"/>
            <a:ext cx="11155680" cy="987552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64592" bIns="14630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spc="-20">
                <a:solidFill>
                  <a:srgbClr val="1C1B19"/>
                </a:solidFill>
                <a:latin typeface="Syne"/>
                <a:ea typeface="Syne"/>
                <a:cs typeface="Syne"/>
              </a:rPr>
              <a:t>Permission to be uncool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The editorial, geometric look is a poster, not a networking app. It tells the room: this is play.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Get Under My Skin  ·  Checktrail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120000">
            <a:off x="11567160" y="12801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60000">
            <a:off x="11686032" y="2880360"/>
            <a:ext cx="310896" cy="310896"/>
          </a:xfrm>
          <a:prstGeom prst="rect">
            <a:avLst/>
          </a:prstGeom>
          <a:solidFill>
            <a:srgbClr val="2F4F9B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503152" y="6217920"/>
            <a:ext cx="329184" cy="329184"/>
          </a:xfrm>
          <a:prstGeom prst="rect">
            <a:avLst/>
          </a:prstGeom>
          <a:solidFill>
            <a:srgbClr val="4A7A45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60000">
            <a:off x="91440" y="6291072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480000">
            <a:off x="91440" y="164592"/>
            <a:ext cx="219456" cy="658368"/>
          </a:xfrm>
          <a:prstGeom prst="rect">
            <a:avLst/>
          </a:prstGeom>
          <a:solidFill>
            <a:srgbClr val="B83A3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1240000">
            <a:off x="73152" y="310896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2A7D7A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02920"/>
            <a:ext cx="10927080" cy="5669280"/>
          </a:xfrm>
          <a:prstGeom prst="rect">
            <a:avLst/>
          </a:prstGeom>
          <a:solidFill>
            <a:srgbClr val="F7F5F1"/>
          </a:solidFill>
          <a:ln w="22225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777240"/>
            <a:ext cx="10241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PARTY GAMES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097280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pc="-30">
                <a:solidFill>
                  <a:srgbClr val="1C1B19"/>
                </a:solidFill>
                <a:latin typeface="Syne"/>
                <a:ea typeface="Syne"/>
                <a:cs typeface="Syne"/>
              </a:rPr>
              <a:t>Don’t introduce yourselves.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45920"/>
            <a:ext cx="1024128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 spc="-80">
                <a:solidFill>
                  <a:srgbClr val="1C1B19"/>
                </a:solidFill>
                <a:latin typeface="Syne"/>
                <a:ea typeface="Syne"/>
                <a:cs typeface="Syne"/>
              </a:rPr>
              <a:t>Play.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10058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Host picks a game. Friends join the room. The questions do the rest.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566160"/>
            <a:ext cx="10287000" cy="22225"/>
          </a:xfrm>
          <a:prstGeom prst="rect">
            <a:avLst/>
          </a:prstGeom>
          <a:solidFill>
            <a:srgbClr val="2A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982980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6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PLAY NOW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 spc="-30">
                <a:solidFill>
                  <a:srgbClr val="1C1B19"/>
                </a:solidFill>
                <a:latin typeface="Syne"/>
                <a:ea typeface="Syne"/>
                <a:cs typeface="Syne"/>
              </a:rPr>
              <a:t>checktrail2.vercel.app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One link. Whole table. Icebreaker · Mirror Vote · Feud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45952" y="3822191"/>
            <a:ext cx="146304" cy="146304"/>
          </a:xfrm>
          <a:prstGeom prst="rect">
            <a:avLst/>
          </a:prstGeom>
          <a:solidFill>
            <a:srgbClr val="2A7D7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74920"/>
            <a:ext cx="3200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B19"/>
                </a:solidFill>
                <a:latin typeface="Syne"/>
                <a:ea typeface="Syne"/>
                <a:cs typeface="Syne"/>
              </a:rPr>
              <a:t>Icebreaker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5623560"/>
            <a:ext cx="146304" cy="146304"/>
          </a:xfrm>
          <a:prstGeom prst="rect">
            <a:avLst/>
          </a:prstGeom>
          <a:solidFill>
            <a:srgbClr val="B83A3A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5074920"/>
            <a:ext cx="3200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B19"/>
                </a:solidFill>
                <a:latin typeface="Syne"/>
                <a:ea typeface="Syne"/>
                <a:cs typeface="Syne"/>
              </a:rPr>
              <a:t>Mirror Vote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5623560"/>
            <a:ext cx="146304" cy="146304"/>
          </a:xfrm>
          <a:prstGeom prst="rect">
            <a:avLst/>
          </a:prstGeom>
          <a:solidFill>
            <a:srgbClr val="2F4F9B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5074920"/>
            <a:ext cx="3200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B19"/>
                </a:solidFill>
                <a:latin typeface="Syne"/>
                <a:ea typeface="Syne"/>
                <a:cs typeface="Syne"/>
              </a:rPr>
              <a:t>Feud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5623560"/>
            <a:ext cx="146304" cy="146304"/>
          </a:xfrm>
          <a:prstGeom prst="rect">
            <a:avLst/>
          </a:prstGeom>
          <a:solidFill>
            <a:srgbClr val="4A7A45"/>
          </a:solidFill>
          <a:ln w="19050">
            <a:solidFill>
              <a:srgbClr val="2A2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5943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Get Under My Skin  ·  Checktrail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A64"/>
                </a:solidFill>
                <a:latin typeface="DM Sans"/>
                <a:ea typeface="DM Sans"/>
                <a:cs typeface="DM San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yn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M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